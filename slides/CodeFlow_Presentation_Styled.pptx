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Code-Flow: Design-Pattern Driven Text Editor</a:t>
            </a:r>
            <a:endParaRPr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Problem: Efficient Undo/Redo &amp; clean architecture</a:t>
            </a:r>
            <a:endParaRPr sz="2000"/>
          </a:p>
          <a:p>
            <a:r>
              <a:rPr sz="2000"/>
              <a:t>Target User: Engineering students &amp; developers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System Design</a:t>
            </a:r>
            <a:endParaRPr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Architecture: MVC (Model-View-Controller)</a:t>
            </a:r>
            <a:endParaRPr sz="2000"/>
          </a:p>
          <a:p>
            <a:r>
              <a:rPr sz="2000"/>
              <a:t>Key Classes: EditorFrame, Command, Insert/DeleteCommand</a:t>
            </a:r>
            <a:endParaRPr sz="2000"/>
          </a:p>
          <a:p>
            <a:r>
              <a:rPr sz="2000"/>
              <a:t>Structure: src/CodeFlowEditor.java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OOP Concepts Used</a:t>
            </a:r>
            <a:endParaRPr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Abstraction: Command interface</a:t>
            </a:r>
            <a:endParaRPr sz="2000"/>
          </a:p>
          <a:p>
            <a:r>
              <a:rPr sz="2000"/>
              <a:t>Inheritance: JFrame extension</a:t>
            </a:r>
            <a:endParaRPr sz="2000"/>
          </a:p>
          <a:p>
            <a:r>
              <a:rPr sz="2000"/>
              <a:t>Polymorphism: Command stack dispatch</a:t>
            </a:r>
            <a:endParaRPr sz="2000"/>
          </a:p>
          <a:p>
            <a:r>
              <a:rPr sz="2000"/>
              <a:t>Design Pattern: Command + Singleton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Technical Highlight</a:t>
            </a:r>
            <a:endParaRPr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Custom Undo/Redo using Command Pattern</a:t>
            </a:r>
            <a:endParaRPr sz="2000"/>
          </a:p>
          <a:p>
            <a:r>
              <a:rPr sz="2000"/>
              <a:t>Each edit stored as object</a:t>
            </a:r>
            <a:endParaRPr sz="2000"/>
          </a:p>
          <a:p>
            <a:r>
              <a:rPr sz="2000"/>
              <a:t>Ensures modular &amp; memory-efficient design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/>
              <a:t>Live Demo</a:t>
            </a:r>
            <a:endParaRPr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Demo Link: </a:t>
            </a:r>
            <a:r>
              <a:rPr lang="en-US" altLang="en-GB" sz="2000"/>
              <a:t>https://drive.google.com/drive/folders/1P-ZaRt5WqHYXRs6aUXRuPNm2tOZBI-cR?usp=drive_link</a:t>
            </a:r>
            <a:endParaRPr lang="en-US" altLang="en-GB" sz="2000"/>
          </a:p>
          <a:p>
            <a:r>
              <a:rPr sz="2000"/>
              <a:t>Scenario: Edit → Undo/Redo → Save</a:t>
            </a:r>
            <a:endParaRPr sz="2000"/>
          </a:p>
          <a:p>
            <a:r>
              <a:rPr sz="2000"/>
              <a:t>Error Handling: Unsaved changes prompt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WPS Presentation</Application>
  <PresentationFormat>On-screen Show (4:3)</PresentationFormat>
  <Paragraphs>30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Code-Flow: Design-Pattern Driven Text Editor</vt:lpstr>
      <vt:lpstr>System Design</vt:lpstr>
      <vt:lpstr>OOP Concepts Used</vt:lpstr>
      <vt:lpstr>Technical Highlight</vt:lpstr>
      <vt:lpstr>Live Demo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Ayushman Saha</cp:lastModifiedBy>
  <cp:revision>2</cp:revision>
  <dcterms:created xsi:type="dcterms:W3CDTF">2013-01-27T09:14:00Z</dcterms:created>
  <dcterms:modified xsi:type="dcterms:W3CDTF">2026-03-29T02:41:03Z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CC04AA68D99D455496C9496088853B0B_12</vt:lpwstr>
  </property>
  <property fmtid="{D5CDD505-2E9C-101B-9397-08002B2CF9AE}" pid="3" name="KSOProductBuildVer">
    <vt:lpwstr>2057-12.2.0.23197</vt:lpwstr>
  </property>
</Properties>
</file>